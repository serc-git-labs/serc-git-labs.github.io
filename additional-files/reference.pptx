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91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86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98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39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91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8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65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47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33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25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6258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054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675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857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105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63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0E45C-2CB3-45BD-ABE1-B57D75BEEFBE}" type="datetimeFigureOut">
              <a:rPr lang="en-GB" smtClean="0"/>
              <a:t>19/12/2023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0AA953E-4BC3-442C-A999-90B1003F99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20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96D8-B521-14C4-9C9B-A6422DFAC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2825A-E37A-F5A7-5987-E73B559CE2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8313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Metadata/LabelInfo.xml><?xml version="1.0" encoding="utf-8"?>
<clbl:labelList xmlns:clbl="http://schemas.microsoft.com/office/2020/mipLabelMetadata">
  <clbl:label id="{65c23df0-9a55-4099-90e0-17b72bfeaed2}" enabled="1" method="Standard" siteId="{54efe58d-72b7-45af-9a01-30ee5f377a7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Patterson</dc:creator>
  <cp:lastModifiedBy>Mark Patterson</cp:lastModifiedBy>
  <cp:revision>1</cp:revision>
  <dcterms:created xsi:type="dcterms:W3CDTF">2023-12-19T18:57:51Z</dcterms:created>
  <dcterms:modified xsi:type="dcterms:W3CDTF">2023-12-19T18:59:10Z</dcterms:modified>
</cp:coreProperties>
</file>